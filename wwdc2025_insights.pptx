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E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0"/>
            <a:ext cx="1828800" cy="73152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PingFang SC"/>
              </a:rPr>
              <a:t>WWDC 2025 Keynote 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63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0">
                <a:solidFill>
                  <a:srgbClr val="F4F4F4"/>
                </a:solidFill>
                <a:latin typeface="PingFang SC"/>
              </a:rPr>
              <a:t>Liquid Glass · Apple Intelligence · 耳机成为端侧 AI 入口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F4F4F4"/>
                </a:solidFill>
                <a:latin typeface="SF Pro Display"/>
              </a:rPr>
              <a:t>https://developer.apple.com/videos/play/wwdc2025/101/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731520"/>
            <a:ext cx="164592" cy="548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8B1A1A"/>
                </a:solidFill>
                <a:latin typeface="PingFang SC"/>
              </a:rPr>
              <a:t>目录 ·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PingFang SC"/>
              </a:rPr>
              <a:t>01  Liquid Glass — 全平台统一材质语言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8B1A1A"/>
                </a:solidFill>
                <a:latin typeface="SF Pro Display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PingFang SC"/>
              </a:rPr>
              <a:t>02  Apple Intelligence — 系统 AI 能力加宽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3317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8B1A1A"/>
                </a:solidFill>
                <a:latin typeface="SF Pro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PingFang SC"/>
              </a:rPr>
              <a:t>03  Visual Intelligence — 以屏幕为取景器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8346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8B1A1A"/>
                </a:solidFill>
                <a:latin typeface="SF Pro Display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PingFang SC"/>
              </a:rPr>
              <a:t>04  Live Translation on AirPods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3375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8B1A1A"/>
                </a:solidFill>
                <a:latin typeface="SF Pro Display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PingFang SC"/>
              </a:rPr>
              <a:t>05  Games App — 系统级游戏启动器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8B1A1A"/>
                </a:solidFill>
                <a:latin typeface="SF Pro Display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PingFang SC"/>
              </a:rPr>
              <a:t>06  Workout Buddy — 端侧 AI 教练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23317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8B1A1A"/>
                </a:solidFill>
                <a:latin typeface="SF Pro Display"/>
              </a:rPr>
              <a:t>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346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4A4A4A"/>
                </a:solidFill>
                <a:latin typeface="PingFang SC"/>
              </a:rPr>
              <a:t>07  Foundation Models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28346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8B1A1A"/>
                </a:solidFill>
                <a:latin typeface="SF Pro Display"/>
              </a:rPr>
              <a:t>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ingFang SC"/>
              </a:rPr>
              <a:t>WWDC 2025 · 特性 01/07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"/>
            <a:ext cx="53949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ingFang SC"/>
              </a:rPr>
              <a:t>iOS 26 / iPadOS 26 / macOS Tahoe / watchOS 26 / tvOS 26 / visionOS 26 / CarPlay</a:t>
            </a:r>
          </a:p>
        </p:txBody>
      </p:sp>
      <p:pic>
        <p:nvPicPr>
          <p:cNvPr id="6" name="Picture 5" descr="be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7" y="365760"/>
            <a:ext cx="670560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8B1A1A"/>
                </a:solidFill>
                <a:latin typeface="PingFang SC"/>
              </a:rPr>
              <a:t>iOS 7 以来最大规模的视觉重构：七端共用一套半透明折射材质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SF Pro Display"/>
              </a:rPr>
              <a:t>Liquid Glass — 全平台统一材质语言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3951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19379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对设计系统供应商：Figma / Sketch 主题、Material-UI 等需在 6-12 个月内出 Liquid Glass 等价材质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0527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55955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对第三方 App UI 工程：Xcode 27 起强制适配，跨平台框架的本地材质层压力陡增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71031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92531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对设计趋势：扁平化 / Neumorphism 2.0 让位于『真材质 + 运动高光』，Android 侧料将跟进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“Liquid Glass is Apple's new translucent material that reflects and refracts it…”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0395" y="626364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MacRumors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“The design represents the most significant visual overhaul since iOS 7.”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0395" y="644652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2940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“Developers will be required to utilize Liquid Glass in their apps once Xcode 2…”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0395" y="662940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AppleInsider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8368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ingFang SC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ingFang SC"/>
              </a:rPr>
              <a:t>WWDC 2025 · 特性 02/07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"/>
            <a:ext cx="53949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ingFang SC"/>
              </a:rPr>
              <a:t>iOS 26 · Genmoji 2.0 / Image Playground / Writing Tools</a:t>
            </a:r>
          </a:p>
        </p:txBody>
      </p:sp>
      <p:pic>
        <p:nvPicPr>
          <p:cNvPr id="6" name="Picture 5" descr="be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7" y="365760"/>
            <a:ext cx="670560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8B1A1A"/>
                </a:solidFill>
                <a:latin typeface="PingFang SC"/>
              </a:rPr>
              <a:t>Apple Intelligence 从功能点向系统层下沉：20+ 新特性铺开但缺 Agent 总抓手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SF Pro Display"/>
              </a:rPr>
              <a:t>Apple Intelligence — 系统 AI 能力加宽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3951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19379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对第三方 AI 表情 / 图像 App：Bitmoji / Meta AI Stickers 在 iOS 失去差异点，被迫转向垂直创作场景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0527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55955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 OpenAI 渠道策略：ChatGPT 成为 Image Playground 的 Any Style 引擎，数亿 iPhone 渠道换来议价权让渡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71031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92531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对输入法 / 表情包市场：系统级 Genmoji 直接冲击搜狗 / QQ / 微信的 AI 表情卖点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“Users can now mix together emoji and combine them with descriptions to create …”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0395" y="626364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 Newsroom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“In Image Playground, users can tap into brand-new styles with ChatGPT, like an…”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0395" y="644652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2940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“Apple Intelligence has 20+ brand new features in iOS 26.”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0395" y="662940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9to5Mac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8368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ingFang SC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ingFang SC"/>
              </a:rPr>
              <a:t>WWDC 2025 · 特性 03/07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"/>
            <a:ext cx="53949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ingFang SC"/>
              </a:rPr>
              <a:t>iOS 26 · 要求 A17+（iPhone 15 Pro 起）</a:t>
            </a:r>
          </a:p>
        </p:txBody>
      </p:sp>
      <p:pic>
        <p:nvPicPr>
          <p:cNvPr id="6" name="Picture 5" descr="be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7" y="365760"/>
            <a:ext cx="670560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8B1A1A"/>
                </a:solidFill>
                <a:latin typeface="PingFang SC"/>
              </a:rPr>
              <a:t>截屏即搜索：系统级快捷键把 Google Lens 从 iPhone 上边缘化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SF Pro Display"/>
              </a:rPr>
              <a:t>Visual Intelligence — 以屏幕为取景器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3951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19379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对以图搜图市场：Google Lens 被系统快捷键截流，iPhone 侧被动访问量下降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0527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55955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对电商比价：Pinterest / Amazon / 淘宝必须适配 Shopping intent API，否则流量转向系统推荐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71031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92531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对读屏 &amp; 日历工具：Any.do / Fantastical 的 OCR + 日程功能被系统原生能力侵蚀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“Apple revealed at its WWDC 2025 event that it's bringing Visual Intelligence, …”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0395" y="626364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TechCrunch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“Visual Intelligence on the iPhone's screen offers other shortcut options, like…”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0395" y="644652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MacRumors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2940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“Visual Intelligence and other Apple Intelligence features require at least an …”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0395" y="662940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AppleInsider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8368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ingFang SC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ingFang SC"/>
              </a:rPr>
              <a:t>WWDC 2025 · 特性 04/07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"/>
            <a:ext cx="53949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ingFang SC"/>
              </a:rPr>
              <a:t>Apple Intelligence · iOS 26</a:t>
            </a:r>
          </a:p>
        </p:txBody>
      </p:sp>
      <p:pic>
        <p:nvPicPr>
          <p:cNvPr id="6" name="Picture 5" descr="be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7" y="365760"/>
            <a:ext cx="670560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8B1A1A"/>
                </a:solidFill>
                <a:latin typeface="PingFang SC"/>
              </a:rPr>
              <a:t>苹果正式吞并翻译机品类：10 亿 AirPods 用户端侧实时翻译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SF Pro Display"/>
              </a:rPr>
              <a:t>Live Translation on AirPods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3951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19379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对讯飞 / 时空壶 / Pocketalk 等专用翻译机：失去『离线 + 免手持』两项关键卖点，品类面临结构性挤压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0527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55955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对云端翻译 API：C 端语音翻译流量下移到端侧，DeepL / Google Translate 的付费 SaaS 模型被改写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71031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92531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对会议 / 跨境协作 SaaS：Zoom / Teams 的付费字幕翻译差异化受损，小型跨境团队硬件门槛降至一对耳机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“Live Translation could become one of the most important business tools Apple h…”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0395" y="626364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9to5Mac · Apple @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“苹果牌翻译机——AirPods Pro 2 / AirPods 4 也将支持实时翻译，模型下载到本机后可离线运行。”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0395" y="644652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IT之家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2940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“In 2025 and 2026 there is virtually no chance this replaces human translators …”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0395" y="662940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AppleInsider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8368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ingFang SC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ingFang SC"/>
              </a:rPr>
              <a:t>WWDC 2025 · 特性 05/07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"/>
            <a:ext cx="53949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ingFang SC"/>
              </a:rPr>
              <a:t>iOS / iPadOS / macOS / tvOS 26（替代 Game Center）</a:t>
            </a:r>
          </a:p>
        </p:txBody>
      </p:sp>
      <p:pic>
        <p:nvPicPr>
          <p:cNvPr id="6" name="Picture 5" descr="be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7" y="365760"/>
            <a:ext cx="670560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8B1A1A"/>
                </a:solidFill>
                <a:latin typeface="PingFang SC"/>
              </a:rPr>
              <a:t>面对 DMA 与外部分发压力，Apple 用系统预装 Launcher 抢回分发层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SF Pro Display"/>
              </a:rPr>
              <a:t>Games App — 系统级游戏启动器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3951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19379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 Steam / Epic：Mac 上系统级 Launcher 稀释桌面启动器份额，第三方需要强化云存档 / 社群体验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0527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55955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 Discord / Roblox：Play Together 覆盖部分好友发现 / 组队场景，社交游戏平台必须强化跨平台深度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71031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92531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对独立游戏发行：曝光被 Editorial 重新锚定，未被 Apple 主动推荐的中小开发者触达变难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“Apple announced a new app called Apple Games that will give players a one-stop…”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0395" y="626364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TechCrunch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“The app is intended to replace Game Center and will offer a unified platform f…”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0395" y="644652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2940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“On macOS, it will also be able to detect and organize games installed outside …”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0395" y="662940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AppleInsider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8368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ingFang SC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ingFang SC"/>
              </a:rPr>
              <a:t>WWDC 2025 · 特性 06/07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"/>
            <a:ext cx="53949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ingFang SC"/>
              </a:rPr>
              <a:t>watchOS 26 · 动态生成 TTS 语音</a:t>
            </a:r>
          </a:p>
        </p:txBody>
      </p:sp>
      <p:pic>
        <p:nvPicPr>
          <p:cNvPr id="6" name="Picture 5" descr="be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7" y="365760"/>
            <a:ext cx="670560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8B1A1A"/>
                </a:solidFill>
                <a:latin typeface="PingFang SC"/>
              </a:rPr>
              <a:t>把 Strava / Peloton / Nike 的 AI 教练订阅压价到零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SF Pro Display"/>
              </a:rPr>
              <a:t>Workout Buddy — 端侧 AI 教练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3951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19379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对健身 App 付费订阅：Strava / Nike Training Club / Peloton Digital 的 AI 教练护城河收窄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0527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55955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对可穿戴设备：Whoop / Garmin / 华为手表需跟进端侧 TTS，iOS 用户流失风险加大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71031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92531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对内容创作：『语音鼓励 / 私教风格』Podcast 中端流量被系统级功能稀释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“Workout Buddy speaks like a coach, tracks your progress, and offers encouragem…”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0395" y="626364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AppleInsider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“These aren't canned responses pre-recorded in a studio. The voice is generated…”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0395" y="644652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TechCrunch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2940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“While a human coach can offer thoughts and even emotional support, Workout Bud…”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0395" y="662940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Six Colors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8368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ingFang SC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548640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PingFang SC"/>
              </a:rPr>
              <a:t>WWDC 2025 · 特性 07/07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"/>
            <a:ext cx="539496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PingFang SC"/>
              </a:rPr>
              <a:t>iOS 26 SDK · 端侧 LLM 面向第三方开放</a:t>
            </a:r>
          </a:p>
        </p:txBody>
      </p:sp>
      <p:pic>
        <p:nvPicPr>
          <p:cNvPr id="6" name="Picture 5" descr="bes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047" y="365760"/>
            <a:ext cx="6705600" cy="3771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251960"/>
            <a:ext cx="11094415" cy="5029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8B1A1A"/>
                </a:solidFill>
                <a:latin typeface="PingFang SC"/>
              </a:rPr>
              <a:t>Apple 把端侧 LLM 推理能力免费开放给 App — 中小开发者告别按 token 付费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1094415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SF Pro Display"/>
              </a:rPr>
              <a:t>Foundation Models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3951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519379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对云端 LLM 供应商：C 端 App 大量调用从 OpenAI / Anthropic / Gemini API 下沉到端侧，推理营收结构被削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605272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55955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对独立开发者：免费推理 + Swift 原生调用降低 AI 集成门槛，催生『只需 iOS 端 AI』的轻量 SaaS 品类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971031"/>
            <a:ext cx="164592" cy="164592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5925312"/>
            <a:ext cx="10820095" cy="36575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4A4A4A"/>
                </a:solidFill>
                <a:latin typeface="PingFang SC"/>
              </a:rPr>
              <a:t>对跨平台框架：React Native / Flutter 必须做 Foundation Models 桥接，否则失去 iOS 首发 AI 应用的机会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“Any app will be able to tap directly into the on-device large language model a…”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0395" y="626364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 Newsroom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“Developers can access AI models on-device, enabling them to build intelligent,…”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0395" y="644652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Apple Developer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629400"/>
            <a:ext cx="8320811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4A4A4A"/>
                </a:solidFill>
                <a:latin typeface="PingFang SC"/>
              </a:rPr>
              <a:t>“This is arguably the single most important developer announcement of WWDC 2025…”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0395" y="6629400"/>
            <a:ext cx="2662659" cy="182879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800" b="0">
                <a:solidFill>
                  <a:srgbClr val="8A8A8A"/>
                </a:solidFill>
                <a:latin typeface="PingFang SC"/>
              </a:rPr>
              <a:t>— 9to5Mac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83680"/>
            <a:ext cx="548640" cy="22860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/>
            <a:r>
              <a:rPr sz="900" b="0">
                <a:solidFill>
                  <a:srgbClr val="8A8A8A"/>
                </a:solidFill>
                <a:latin typeface="PingFang SC"/>
              </a:rP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8B1A1A"/>
                </a:solidFill>
                <a:latin typeface="PingFang SC"/>
              </a:rPr>
              <a:t>本届 Keynote · 三大主题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454298" cy="43891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90565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Apple Intelligence 下沉到系统层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290565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4F4F4"/>
                </a:solidFill>
                <a:latin typeface="PingFang SC"/>
              </a:rPr>
              <a:t>端侧 Foundation Models 免费给开发者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2905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ingFang SC"/>
              </a:rPr>
              <a:t>· 中小 App 拿到免费推理，告别按 token 付费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343400"/>
            <a:ext cx="2905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ingFang SC"/>
              </a:rPr>
              <a:t>· 云端 LLM 调用量结构性下移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46320"/>
            <a:ext cx="2905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ingFang SC"/>
              </a:rPr>
              <a:t>· 插件 / 扩展生态在 iOS 侧回暖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554480"/>
            <a:ext cx="3454298" cy="43891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3018" y="1828800"/>
            <a:ext cx="290565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硬件 × AI：耳机与手表不再只是配件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018" y="2651760"/>
            <a:ext cx="290565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4F4F4"/>
                </a:solidFill>
                <a:latin typeface="PingFang SC"/>
              </a:rPr>
              <a:t>AirPods 成为翻译 / 健康的端侧 AI 载体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3840480"/>
            <a:ext cx="2905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ingFang SC"/>
              </a:rPr>
              <a:t>· 翻译机 / 助听器 / 运动辅导品类面临重定义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4343400"/>
            <a:ext cx="2905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ingFang SC"/>
              </a:rPr>
              <a:t>· Apple 周边配件的 AI 价值锚重新锚定到 AirPods / Watch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3018" y="4846320"/>
            <a:ext cx="2905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ingFang SC"/>
              </a:rPr>
              <a:t>· 开发者被鼓励围绕耳机 + 手表做多模态输入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8756" y="1554480"/>
            <a:ext cx="3454298" cy="43891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63076" y="1828800"/>
            <a:ext cx="290565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PingFang SC"/>
              </a:rPr>
              <a:t>Liquid Glass 视觉语言统一全平台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3076" y="2651760"/>
            <a:ext cx="2905658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4F4F4"/>
                </a:solidFill>
                <a:latin typeface="PingFang SC"/>
              </a:rPr>
              <a:t>iOS / macOS / visionOS 共享同一套材质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3840480"/>
            <a:ext cx="2905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ingFang SC"/>
              </a:rPr>
              <a:t>· 第三方 App 迁移成本下降，跨设备一致性提升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4343400"/>
            <a:ext cx="2905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ingFang SC"/>
              </a:rPr>
              <a:t>· 设计系统供应商需在 Xcode 27 前快速适配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3076" y="4846320"/>
            <a:ext cx="290565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PingFang SC"/>
              </a:rPr>
              <a:t>· 扁平化 / Neumorphism 2019 版加速淘汰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8A8A8A"/>
                </a:solidFill>
                <a:latin typeface="SF Pro Display"/>
              </a:rPr>
              <a:t>https://developer.apple.com/videos/play/wwdc2025/101/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